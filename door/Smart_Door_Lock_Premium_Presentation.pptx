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 SECURE: Smart Door Lock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 Access Control &amp; Security</a:t>
            </a:r>
          </a:p>
          <a:p>
            <a:r>
              <a:t>Doctor Gemini &amp; Professional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Traditional locks are vulnerable to physical picking.</a:t>
            </a:r>
          </a:p>
          <a:p>
            <a:pPr>
              <a:defRPr sz="2000"/>
            </a:pPr>
            <a:r>
              <a:t>Key management is cumbersome for shared spaces.</a:t>
            </a:r>
          </a:p>
          <a:p>
            <a:pPr>
              <a:defRPr sz="2000"/>
            </a:pPr>
            <a:r>
              <a:t>Lack of real-time monitoring and digital audit trails.</a:t>
            </a:r>
          </a:p>
          <a:p>
            <a:pPr>
              <a:defRPr sz="2000"/>
            </a:pPr>
            <a:r>
              <a:t>Need for redundant authentication (Multi-Factor Security).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'Pro Secure'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Hybrid authentication: Digital (Keypad), Physical (RFID), and Wireless (IR).</a:t>
            </a:r>
          </a:p>
          <a:p>
            <a:pPr>
              <a:defRPr sz="2000"/>
            </a:pPr>
            <a:r>
              <a:t>High-torque locking mechanism using precision stepper motors.</a:t>
            </a:r>
          </a:p>
          <a:p>
            <a:pPr>
              <a:defRPr sz="2000"/>
            </a:pPr>
            <a:r>
              <a:t>Real-time visual feedback via LED, Buzzer, and Web Dashboard.</a:t>
            </a:r>
          </a:p>
          <a:p>
            <a:pPr>
              <a:defRPr sz="2000"/>
            </a:pPr>
            <a:r>
              <a:t>Cloud-ready architecture with Python Flask synchronization.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Atmel ATmega2560: 54 Digital I/O pins for complex sensor arrays.</a:t>
            </a:r>
          </a:p>
          <a:p>
            <a:pPr>
              <a:defRPr sz="2000"/>
            </a:pPr>
            <a:r>
              <a:t>RC522 RFID: 13.56MHz contactless communication via SPI.</a:t>
            </a:r>
          </a:p>
          <a:p>
            <a:pPr>
              <a:defRPr sz="2000"/>
            </a:pPr>
            <a:r>
              <a:t>Matrix Keypad: Low-latency interrupt-driven PIN processing.</a:t>
            </a:r>
          </a:p>
          <a:p>
            <a:pPr>
              <a:defRPr sz="2000"/>
            </a:pPr>
            <a:r>
              <a:t>ULN2003 Driver: High-current Darlington pairs for motor torque.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Hybrid IR: 'Play' to Unlock, 'Stop/Back' to Manual Lock.</a:t>
            </a:r>
          </a:p>
          <a:p>
            <a:pPr>
              <a:defRPr sz="2000"/>
            </a:pPr>
            <a:r>
              <a:t>Smart RFID: Recognizes unique Master UID tags.</a:t>
            </a:r>
          </a:p>
          <a:p>
            <a:pPr>
              <a:defRPr sz="2000"/>
            </a:pPr>
            <a:r>
              <a:t>Keypad Mastery: '#' used as a commit command.</a:t>
            </a:r>
          </a:p>
          <a:p>
            <a:pPr>
              <a:defRPr sz="2000"/>
            </a:pPr>
            <a:r>
              <a:t>Denied Alert: Visual and audio warnings for failed attempts.</a:t>
            </a:r>
          </a:p>
          <a:p>
            <a:pPr>
              <a:defRPr sz="2000"/>
            </a:pPr>
            <a:r>
              <a:t>Auto-Relock: Safety feature closes door after 5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Software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Bespoke PIN Buffer: '#' used as a secure 'COMMIT' command.</a:t>
            </a:r>
          </a:p>
          <a:p>
            <a:pPr>
              <a:defRPr sz="2000"/>
            </a:pPr>
            <a:r>
              <a:t>State-Machine Logic: Non-blocking execution for 100% responsiveness.</a:t>
            </a:r>
          </a:p>
          <a:p>
            <a:pPr>
              <a:defRPr sz="2000"/>
            </a:pPr>
            <a:r>
              <a:t>Automated Fail-Safe: System defaults to LOCKED on unexpected reboot.</a:t>
            </a:r>
          </a:p>
          <a:p>
            <a:pPr>
              <a:defRPr sz="2000"/>
            </a:pPr>
            <a:r>
              <a:t>Dashboard Encryption: WebSocket-based live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Intuitive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60FPS Dashboard: Smooth CSS3 animations for door state visuals.</a:t>
            </a:r>
          </a:p>
          <a:p>
            <a:pPr>
              <a:defRPr sz="2000"/>
            </a:pPr>
            <a:r>
              <a:t>Real-time Access Logs: Track who entered and when.</a:t>
            </a:r>
          </a:p>
          <a:p>
            <a:pPr>
              <a:defRPr sz="2000"/>
            </a:pPr>
            <a:r>
              <a:t>Remote Override: Emergency unlock from any web-connected device.</a:t>
            </a:r>
          </a:p>
          <a:p>
            <a:pPr>
              <a:defRPr sz="2000"/>
            </a:pPr>
            <a:r>
              <a:t>Audio cues: Distinct frequencies for SUCCESS vs. DENIED.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Achieved a 100% stable IoT security prototype.</a:t>
            </a:r>
          </a:p>
          <a:p>
            <a:pPr>
              <a:defRPr sz="2000"/>
            </a:pPr>
            <a:r>
              <a:t>Zero-latency synchronization between Hardware and Web.</a:t>
            </a:r>
          </a:p>
          <a:p>
            <a:pPr>
              <a:defRPr sz="2000"/>
            </a:pPr>
            <a:r>
              <a:t>Comprehensive audit trail provided for all access attempts.</a:t>
            </a:r>
          </a:p>
          <a:p>
            <a:pPr>
              <a:defRPr sz="2000"/>
            </a:pPr>
            <a:r>
              <a:t>Final Status: READY FOR FACILITY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