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Door Lock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Arduino Security</a:t>
            </a:r>
          </a:p>
          <a:p>
            <a:r>
              <a:t>Doctor Gemini &amp;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Implement a multi-method secure access system.</a:t>
            </a:r>
          </a:p>
          <a:p>
            <a:r>
              <a:t>- Utilize RFID, Keypad, and IR Remote authentication.</a:t>
            </a:r>
          </a:p>
          <a:p>
            <a:r>
              <a:t>- Provide real-time monitoring via a Web Dashboard.</a:t>
            </a:r>
          </a:p>
          <a:p>
            <a:r>
              <a:t>- Use a high-torque stepper motor for physical locking.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Arduino Mega 2560 (Central Controller)</a:t>
            </a:r>
          </a:p>
          <a:p>
            <a:r>
              <a:t>- MFRC522 RFID Module (SPI)</a:t>
            </a:r>
          </a:p>
          <a:p>
            <a:r>
              <a:t>- 4x4 Matrix Keypad (Authentication)</a:t>
            </a:r>
          </a:p>
          <a:p>
            <a:r>
              <a:t>- IR Receiver (Remote Unlocking)</a:t>
            </a:r>
          </a:p>
          <a:p>
            <a:r>
              <a:t>- ULN2003 + 28BYJ-48 Stepper (Bolt Drive)</a:t>
            </a:r>
          </a:p>
          <a:p>
            <a:r>
              <a:t>- Status LED &amp; Piezo Buzzer (Feedback)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# Case: '#' used as a natural 'Enter' key.</a:t>
            </a:r>
          </a:p>
          <a:p>
            <a:r>
              <a:t>- Smart RFID: Recognizes unique Master UID tags.</a:t>
            </a:r>
          </a:p>
          <a:p>
            <a:r>
              <a:t>- IR Override: Emergency remote opening.</a:t>
            </a:r>
          </a:p>
          <a:p>
            <a:r>
              <a:t>- Denied Alert: Visual and audio warnings for failed attempts.</a:t>
            </a:r>
          </a:p>
          <a:p>
            <a:r>
              <a:t>- Auto-Relock: Closes door automatically after 5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Flask Backend (Eventlet Async Sync).</a:t>
            </a:r>
          </a:p>
          <a:p>
            <a:r>
              <a:t>- Real-time telemetry via WebSockets.</a:t>
            </a:r>
          </a:p>
          <a:p>
            <a:r>
              <a:t>- Responsive Dark-Mode Web Dashboard.</a:t>
            </a:r>
          </a:p>
          <a:p>
            <a:r>
              <a:t>- Web-based Unlock Override functionality.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Successfully built a robust, professional security system.</a:t>
            </a:r>
          </a:p>
          <a:p>
            <a:r>
              <a:t>- Scalable for home automation or locker security.</a:t>
            </a:r>
          </a:p>
          <a:p>
            <a:r>
              <a:t>- Provides a user-friendly and highly secure interface.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