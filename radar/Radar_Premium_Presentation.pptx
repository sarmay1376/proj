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PRO-SCAN RADAR System v2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Ultrasonic Object Detection &amp; Visualization</a:t>
            </a:r>
          </a:p>
          <a:p>
            <a:r>
              <a:t>Advanced Engineering Team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Hardware Components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Arduino Uno R3 Control Center</a:t>
            </a:r>
          </a:p>
          <a:p>
            <a:r>
              <a:t>• HC-SR04 Ultrasonic Sensor (150° Sweep)</a:t>
            </a:r>
          </a:p>
          <a:p>
            <a:r>
              <a:t>• SG90 Micro Servo (Precision Drive)</a:t>
            </a:r>
          </a:p>
          <a:p>
            <a:r>
              <a:t>• 16x2 Parallel LCD (Status Feedback)</a:t>
            </a:r>
          </a:p>
          <a:p>
            <a:r>
              <a:t>• Active Buzzer &amp; Red LED (Alert System)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Wiring Schematic</a:t>
            </a:r>
          </a:p>
        </p:txBody>
      </p:sp>
      <p:pic>
        <p:nvPicPr>
          <p:cNvPr id="3" name="Picture 2" descr="wiring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7315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Software &amp; Visualization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Arduino: 9600 Baud Data Stream</a:t>
            </a:r>
          </a:p>
          <a:p>
            <a:r>
              <a:t>• Python: Matplotlib Polar Transformation</a:t>
            </a:r>
          </a:p>
          <a:p>
            <a:r>
              <a:t>• Alpha Filter for noise rejection (70/30)</a:t>
            </a:r>
          </a:p>
          <a:p>
            <a:r>
              <a:t>• Real-time distance-weighted color alerts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