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Ultrasonic Radar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Hardware Architecture &amp; Software Visualization</a:t>
            </a:r>
          </a:p>
          <a:p/>
          <a:p>
            <a:r>
              <a:t>Arduino Uno + Python + HC-SR04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radar scanning system built in two parts:</a:t>
            </a:r>
          </a:p>
          <a:p>
            <a:pPr lvl="1"/>
            <a:r>
              <a:t>1. Sensor Node (Arduino): Controls a servo motor and reads an ultrasonic sensor.</a:t>
            </a:r>
          </a:p>
          <a:p>
            <a:pPr lvl="1"/>
            <a:r>
              <a:t>2. Processing Node (Python): Ingests serial data to render a live polar display.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Wiring Guide:</a:t>
            </a:r>
          </a:p>
          <a:p>
            <a:pPr lvl="1"/>
            <a:r>
              <a:t>Servo (SG90):</a:t>
            </a:r>
          </a:p>
          <a:p>
            <a:pPr lvl="2"/>
            <a:r>
              <a:t>Red -&gt; 5V | Brown -&gt; GND | Orange -&gt; Digital Pin 9</a:t>
            </a:r>
          </a:p>
          <a:p>
            <a:pPr lvl="1"/>
            <a:r>
              <a:t>Ultrasonic Sensor (HC-SR04):</a:t>
            </a:r>
          </a:p>
          <a:p>
            <a:pPr lvl="2"/>
            <a:r>
              <a:t>VCC -&gt; 5V | GND -&gt; GND | Trig -&gt; Digital Pin 10 | Echo -&gt; Digital Pin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Logic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Arduino sweep function limits angles to 15-165 degrees to avoid mechanical stress constraints on the servo.</a:t>
            </a:r>
          </a:p>
          <a:p>
            <a:pPr/>
            <a:r>
              <a:t>Code Snippet:</a:t>
            </a:r>
          </a:p>
          <a:p>
            <a:pPr lvl="1"/>
            <a:r>
              <a:t>for(int i=15; i&lt;=165; i++){</a:t>
            </a:r>
            <a:br/>
            <a:r>
              <a:t>  myServo.write(i);</a:t>
            </a:r>
            <a:br/>
            <a:r>
              <a:t>  delay(30);</a:t>
            </a:r>
            <a:br/>
            <a:r>
              <a:t>  distance = calculateDistance();</a:t>
            </a:r>
            <a:br/>
            <a:r>
              <a:t>  Serial.print(i);</a:t>
            </a:r>
            <a:br/>
            <a:r>
              <a:t>  Serial.print(",");</a:t>
            </a:r>
            <a:br/>
            <a:r>
              <a:t>  Serial.println(distance);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distance is formulated by triggering the sensor and listening for the echo.</a:t>
            </a:r>
          </a:p>
          <a:p>
            <a:pPr/>
            <a:r>
              <a:t>Code Snippet:</a:t>
            </a:r>
          </a:p>
          <a:p>
            <a:pPr lvl="1"/>
            <a:r>
              <a:t>digitalWrite(trigPin, HIGH);</a:t>
            </a:r>
            <a:br/>
            <a:r>
              <a:t>delayMicroseconds(10);</a:t>
            </a:r>
            <a:br/>
            <a:r>
              <a:t>digitalWrite(trigPin, LOW);</a:t>
            </a:r>
            <a:br/>
            <a:r>
              <a:t>duration = pulseIn(echoPin, HIGH);</a:t>
            </a:r>
            <a:br/>
            <a:r>
              <a:t>// Speed of sound = 340 m/s = 0.034 cm/us</a:t>
            </a:r>
            <a:br/>
            <a:r>
              <a:t>distance = duration * 0.034 / 2;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GUI &amp; Processing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techniques applied in Python visualization:</a:t>
            </a:r>
          </a:p>
          <a:p>
            <a:pPr lvl="1"/>
            <a:r>
              <a:t>Polar Graphics: Uses matplotlib to map spherical coordinates (r, theta) into a realistic radar plot.</a:t>
            </a:r>
          </a:p>
          <a:p>
            <a:pPr lvl="1"/>
            <a:r>
              <a:t>Alpha Filtering (Moving average): smooths out sensor noise:</a:t>
            </a:r>
            <a:br/>
            <a:r>
              <a:t>  distances[idx] = (0.7 * current) + (0.3 * previous)</a:t>
            </a:r>
          </a:p>
          <a:p>
            <a:pPr lvl="1"/>
            <a:r>
              <a:t>Persistence: Applies an alpha decay frame-by-frame for trailing radar effect:</a:t>
            </a:r>
            <a:br/>
            <a:r>
              <a:t>  alphas[alphas &gt; 0] -= 0.03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