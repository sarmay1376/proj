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 RADAR: RADAR PRO: Advanced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Ultrasonic Sweep &amp; Real-time Visualization</a:t>
            </a:r>
          </a:p>
          <a:p>
            <a:r>
              <a:t>Doctor Gemini &amp; Professional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Wiring Schematic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HC-SR04: Trig=10, Echo=11 (5V Supply)</a:t>
            </a:r>
          </a:p>
          <a:p>
            <a:pPr>
              <a:defRPr sz="1800"/>
            </a:pPr>
            <a:r>
              <a:t>Servo: Signal=9 (PWM), VCC=5V, GND=GND</a:t>
            </a:r>
          </a:p>
          <a:p>
            <a:pPr>
              <a:defRPr sz="1800"/>
            </a:pPr>
            <a:r>
              <a:t>LCD 16x2: RS=2, E=3, D4-D7=4, 5, 6, 7</a:t>
            </a:r>
          </a:p>
          <a:p>
            <a:pPr>
              <a:defRPr sz="1800"/>
            </a:pPr>
            <a:r>
              <a:t>Buzzer: Pin 8 | Red LED: Pin A5</a:t>
            </a:r>
          </a:p>
          <a:p>
            <a:pPr>
              <a:defRPr sz="1800"/>
            </a:pPr>
            <a:r>
              <a:t>Final optimized professional layout.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Hardware Layout</a:t>
            </a:r>
          </a:p>
        </p:txBody>
      </p:sp>
      <p:pic>
        <p:nvPicPr>
          <p:cNvPr id="3" name="Picture 2" descr="wir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Speed of Sound Math: (duration * 0.034) / 2</a:t>
            </a:r>
          </a:p>
          <a:p>
            <a:pPr>
              <a:defRPr sz="1800"/>
            </a:pPr>
            <a:r>
              <a:t>Alpha Filter: 70% New Data / 30% Previous History</a:t>
            </a:r>
          </a:p>
          <a:p>
            <a:pPr>
              <a:defRPr sz="1800"/>
            </a:pPr>
            <a:r>
              <a:t>Auto-Alert: Any valid echo (1-400cm) triggers buzzer.</a:t>
            </a:r>
          </a:p>
          <a:p>
            <a:pPr>
              <a:defRPr sz="1800"/>
            </a:pPr>
            <a:r>
              <a:t>Smooth Sweep: 30ms delay per degree for stabilization.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