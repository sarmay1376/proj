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Speed Trap System GOLDEN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Dual-Sensor Velocity Enforcement</a:t>
            </a:r>
          </a:p>
          <a:p>
            <a:r>
              <a:t>Advanced Traffic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 R3 High-Speed Processor</a:t>
            </a:r>
          </a:p>
          <a:p>
            <a:r>
              <a:t>• Dual HC-SR04 Precision Gates (20cm Apart)</a:t>
            </a:r>
          </a:p>
          <a:p>
            <a:r>
              <a:t>• 16x2 LCD Local Display (m/s and km/h)</a:t>
            </a:r>
          </a:p>
          <a:p>
            <a:r>
              <a:t>• OVERSPEED Alert: Buzzer + Red 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Wiring Schematic</a:t>
            </a:r>
          </a:p>
        </p:txBody>
      </p:sp>
      <p:pic>
        <p:nvPicPr>
          <p:cNvPr id="3" name="Picture 2" descr="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Formula: Speed = Distance (0.2m) / ΔTime</a:t>
            </a:r>
          </a:p>
          <a:p>
            <a:r>
              <a:t>• Microsecond precision timing using micros()</a:t>
            </a:r>
          </a:p>
          <a:p>
            <a:r>
              <a:t>• Double-confirmation logic to prevent false triggers</a:t>
            </a:r>
          </a:p>
          <a:p>
            <a:r>
              <a:t>• Auto-timeout after 4 seconds of inactivity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