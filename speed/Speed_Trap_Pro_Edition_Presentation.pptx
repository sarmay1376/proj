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SPEED PRO: SPEED TRAP PRO: High-Velocity Enforcement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Dual-Gate Velocity Logic &amp; Web Dashboard</a:t>
            </a:r>
          </a:p>
          <a:p>
            <a:r>
              <a:t>Doctor Gemini &amp; Professional Engineering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Gate &amp; Logic Wiring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Sensor 1 (Entry): Pins 3, 4</a:t>
            </a:r>
          </a:p>
          <a:p>
            <a:pPr>
              <a:defRPr sz="1800"/>
            </a:pPr>
            <a:r>
              <a:t>Sensor 2 (Exit): Pins 5, 6</a:t>
            </a:r>
          </a:p>
          <a:p>
            <a:pPr>
              <a:defRPr sz="1800"/>
            </a:pPr>
            <a:r>
              <a:t>Gap Distance: Flexible (Calibrated to 13cm)</a:t>
            </a:r>
          </a:p>
          <a:p>
            <a:pPr>
              <a:defRPr sz="1800"/>
            </a:pPr>
            <a:r>
              <a:t>LCD: 7, 8, 9, 10, 11, 12 (Parallel 4-bit)</a:t>
            </a:r>
          </a:p>
          <a:p>
            <a:pPr>
              <a:defRPr sz="1800"/>
            </a:pPr>
            <a:r>
              <a:t>Alert: Buzzer=A0, Red LED=A1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Interconnect</a:t>
            </a:r>
          </a:p>
        </p:txBody>
      </p:sp>
      <p:pic>
        <p:nvPicPr>
          <p:cNvPr id="3" name="Picture 2" descr="wiring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 &amp; Logic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Speed = 0.2 meters / (t2 - t1) in seconds</a:t>
            </a:r>
          </a:p>
          <a:p>
            <a:pPr>
              <a:defRPr sz="1800"/>
            </a:pPr>
            <a:r>
              <a:t>Microsecond precision using micros()</a:t>
            </a:r>
          </a:p>
          <a:p>
            <a:pPr>
              <a:defRPr sz="1800"/>
            </a:pPr>
            <a:r>
              <a:t>Double-Confirmation logic to prevent false starts</a:t>
            </a:r>
          </a:p>
          <a:p>
            <a:pPr>
              <a:defRPr sz="1800"/>
            </a:pPr>
            <a:r>
              <a:t>Auto-Relock/Wait timeout after 4 seconds</a:t>
            </a:r>
          </a:p>
          <a:p>
            <a:pPr>
              <a:defRPr sz="1800"/>
            </a:pPr>
            <a:r>
              <a:t>Threshold Alert: Fires if KM/H &gt; 5.0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